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7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0" r:id="rId15"/>
    <p:sldId id="268" r:id="rId16"/>
    <p:sldId id="269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6F9"/>
    <a:srgbClr val="F4F8FB"/>
    <a:srgbClr val="F3F7FA"/>
    <a:srgbClr val="F4F7FC"/>
    <a:srgbClr val="F6F7F9"/>
    <a:srgbClr val="F6F6F8"/>
    <a:srgbClr val="FFFFFF"/>
    <a:srgbClr val="EFEEF6"/>
    <a:srgbClr val="EEF2F5"/>
    <a:srgbClr val="F3F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547" y="35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3085B6-3945-E27F-B839-B7F7183E4F1A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EEF2F5"/>
          </a:solidFill>
          <a:ln>
            <a:solidFill>
              <a:srgbClr val="EFEE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61E7FC1-FF7E-E137-4E08-75EE7A824125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CF3F0F-7C9A-4CED-6941-36E36D7B400D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EEF2F5"/>
          </a:solidFill>
          <a:ln>
            <a:solidFill>
              <a:srgbClr val="EFEE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1DD2585-59E8-1437-DAE9-023EB63D76A7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EEF2F5"/>
          </a:solidFill>
          <a:ln>
            <a:solidFill>
              <a:srgbClr val="EFEE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642969-5E11-9697-61A1-750192A343A3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00264B-25B1-9C4D-44CD-E4B50FAA84C2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EEF2F5"/>
          </a:solidFill>
          <a:ln>
            <a:solidFill>
              <a:srgbClr val="EFEE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80E8F31-48F4-75B2-CE6C-5783A747DC2C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EEF2F5"/>
          </a:solidFill>
          <a:ln>
            <a:solidFill>
              <a:srgbClr val="EFEE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6BCC69A-6C4B-751D-32F8-5DED842B0EA6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EEF2F5"/>
          </a:solidFill>
          <a:ln>
            <a:solidFill>
              <a:srgbClr val="EFEE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E95C8D5-D9C9-8460-D27E-B1991634193C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F6F7F9"/>
          </a:solidFill>
          <a:ln>
            <a:solidFill>
              <a:srgbClr val="F6F7F9"/>
            </a:solidFill>
          </a:ln>
          <a:effectLst>
            <a:outerShdw blurRad="50800" dist="50800" dir="5400000" algn="ctr" rotWithShape="0">
              <a:srgbClr val="F6F6F8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9621C83-884F-CA05-5A7C-F8625D980BC6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F4F7FC"/>
          </a:solidFill>
          <a:ln>
            <a:solidFill>
              <a:srgbClr val="EFEE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0"/>
            <a:ext cx="16256000" cy="915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43C897-23FC-F6E1-5D39-92FFA367E3E0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EEF2F5"/>
          </a:solidFill>
          <a:ln>
            <a:solidFill>
              <a:srgbClr val="EFEE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DBB920-F3A2-712D-0E85-71F6FE9CA08C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EEF2F5"/>
          </a:solidFill>
          <a:ln>
            <a:solidFill>
              <a:srgbClr val="EFEE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9DCC9E-313C-E6F8-7B06-1E724969C731}"/>
              </a:ext>
            </a:extLst>
          </p:cNvPr>
          <p:cNvSpPr txBox="1"/>
          <p:nvPr/>
        </p:nvSpPr>
        <p:spPr>
          <a:xfrm>
            <a:off x="508000" y="533400"/>
            <a:ext cx="1722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 err="1"/>
              <a:t>Datavisualisation</a:t>
            </a:r>
            <a:r>
              <a:rPr lang="en-US" sz="5400" b="1" dirty="0"/>
              <a:t>: Insights de </a:t>
            </a:r>
            <a:r>
              <a:rPr lang="en-US" sz="5400" b="1" dirty="0" err="1"/>
              <a:t>marché</a:t>
            </a:r>
            <a:r>
              <a:rPr lang="en-US" sz="5400" b="1" dirty="0"/>
              <a:t> automobile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48224E-FEB5-497C-2242-8C37EE780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50" y="1981200"/>
            <a:ext cx="10706100" cy="5876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4091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-88900" y="0"/>
            <a:ext cx="164338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981AD9-E07A-C7EA-F951-6C64AC70C328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F4F8FB"/>
          </a:solidFill>
          <a:ln>
            <a:solidFill>
              <a:srgbClr val="F2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</Words>
  <Application>Microsoft Office PowerPoint</Application>
  <PresentationFormat>Custom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MALAK ZAHID</cp:lastModifiedBy>
  <cp:revision>3</cp:revision>
  <dcterms:created xsi:type="dcterms:W3CDTF">2006-08-16T00:00:00Z</dcterms:created>
  <dcterms:modified xsi:type="dcterms:W3CDTF">2026-05-09T22:50:07Z</dcterms:modified>
</cp:coreProperties>
</file>